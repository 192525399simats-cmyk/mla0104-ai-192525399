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7" r:id="rId5"/>
    <p:sldId id="264" r:id="rId6"/>
    <p:sldId id="265" r:id="rId7"/>
    <p:sldId id="26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 Reddy" userId="0d6320ef24b23644" providerId="LiveId" clId="{FED71106-4C1D-4CB5-851D-5233B3516427}"/>
    <pc:docChg chg="undo custSel modSld">
      <pc:chgData name="Dinesh Reddy" userId="0d6320ef24b23644" providerId="LiveId" clId="{FED71106-4C1D-4CB5-851D-5233B3516427}" dt="2026-08-25T06:19:27.071" v="40" actId="1076"/>
      <pc:docMkLst>
        <pc:docMk/>
      </pc:docMkLst>
      <pc:sldChg chg="addSp modSp mod">
        <pc:chgData name="Dinesh Reddy" userId="0d6320ef24b23644" providerId="LiveId" clId="{FED71106-4C1D-4CB5-851D-5233B3516427}" dt="2026-08-25T06:19:27.071" v="40" actId="1076"/>
        <pc:sldMkLst>
          <pc:docMk/>
          <pc:sldMk cId="0" sldId="256"/>
        </pc:sldMkLst>
        <pc:spChg chg="mod">
          <ac:chgData name="Dinesh Reddy" userId="0d6320ef24b23644" providerId="LiveId" clId="{FED71106-4C1D-4CB5-851D-5233B3516427}" dt="2026-08-25T06:18:40.313" v="3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inesh Reddy" userId="0d6320ef24b23644" providerId="LiveId" clId="{FED71106-4C1D-4CB5-851D-5233B3516427}" dt="2026-08-25T06:18:46.146" v="35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Dinesh Reddy" userId="0d6320ef24b23644" providerId="LiveId" clId="{FED71106-4C1D-4CB5-851D-5233B3516427}" dt="2026-08-25T06:18:51.050" v="3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Dinesh Reddy" userId="0d6320ef24b23644" providerId="LiveId" clId="{FED71106-4C1D-4CB5-851D-5233B3516427}" dt="2026-08-25T06:18:55.731" v="37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Dinesh Reddy" userId="0d6320ef24b23644" providerId="LiveId" clId="{FED71106-4C1D-4CB5-851D-5233B3516427}" dt="2026-08-25T06:19:21.105" v="39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Dinesh Reddy" userId="0d6320ef24b23644" providerId="LiveId" clId="{FED71106-4C1D-4CB5-851D-5233B3516427}" dt="2026-08-25T06:19:27.071" v="40" actId="1076"/>
          <ac:spMkLst>
            <pc:docMk/>
            <pc:sldMk cId="0" sldId="256"/>
            <ac:spMk id="10" creationId="{00000000-0000-0000-0000-000000000000}"/>
          </ac:spMkLst>
        </pc:spChg>
        <pc:picChg chg="add mod">
          <ac:chgData name="Dinesh Reddy" userId="0d6320ef24b23644" providerId="LiveId" clId="{FED71106-4C1D-4CB5-851D-5233B3516427}" dt="2026-08-25T06:18:23.392" v="33" actId="14100"/>
          <ac:picMkLst>
            <pc:docMk/>
            <pc:sldMk cId="0" sldId="256"/>
            <ac:picMk id="12" creationId="{C0AE2DC2-007C-82CA-C93F-CC52E3586B7E}"/>
          </ac:picMkLst>
        </pc:picChg>
      </pc:sldChg>
      <pc:sldChg chg="addSp delSp mod">
        <pc:chgData name="Dinesh Reddy" userId="0d6320ef24b23644" providerId="LiveId" clId="{FED71106-4C1D-4CB5-851D-5233B3516427}" dt="2026-08-25T06:18:06.433" v="30" actId="21"/>
        <pc:sldMkLst>
          <pc:docMk/>
          <pc:sldMk cId="0" sldId="258"/>
        </pc:sldMkLst>
        <pc:spChg chg="del">
          <ac:chgData name="Dinesh Reddy" userId="0d6320ef24b23644" providerId="LiveId" clId="{FED71106-4C1D-4CB5-851D-5233B3516427}" dt="2026-08-25T06:18:06.433" v="30" actId="21"/>
          <ac:spMkLst>
            <pc:docMk/>
            <pc:sldMk cId="0" sldId="258"/>
            <ac:spMk id="2" creationId="{00000000-0000-0000-0000-000000000000}"/>
          </ac:spMkLst>
        </pc:spChg>
        <pc:picChg chg="add">
          <ac:chgData name="Dinesh Reddy" userId="0d6320ef24b23644" providerId="LiveId" clId="{FED71106-4C1D-4CB5-851D-5233B3516427}" dt="2026-08-25T06:14:58.123" v="1" actId="22"/>
          <ac:picMkLst>
            <pc:docMk/>
            <pc:sldMk cId="0" sldId="258"/>
            <ac:picMk id="19" creationId="{DF997605-B776-C56E-5EC7-17EB34880CB7}"/>
          </ac:picMkLst>
        </pc:picChg>
        <pc:picChg chg="add">
          <ac:chgData name="Dinesh Reddy" userId="0d6320ef24b23644" providerId="LiveId" clId="{FED71106-4C1D-4CB5-851D-5233B3516427}" dt="2026-08-25T06:15:19.540" v="7" actId="22"/>
          <ac:picMkLst>
            <pc:docMk/>
            <pc:sldMk cId="0" sldId="258"/>
            <ac:picMk id="21" creationId="{22A39745-6C93-7B54-30F4-C5FF7650E65D}"/>
          </ac:picMkLst>
        </pc:picChg>
      </pc:sldChg>
      <pc:sldChg chg="addSp delSp mod">
        <pc:chgData name="Dinesh Reddy" userId="0d6320ef24b23644" providerId="LiveId" clId="{FED71106-4C1D-4CB5-851D-5233B3516427}" dt="2026-08-25T06:18:00.181" v="29" actId="21"/>
        <pc:sldMkLst>
          <pc:docMk/>
          <pc:sldMk cId="0" sldId="260"/>
        </pc:sldMkLst>
        <pc:spChg chg="del">
          <ac:chgData name="Dinesh Reddy" userId="0d6320ef24b23644" providerId="LiveId" clId="{FED71106-4C1D-4CB5-851D-5233B3516427}" dt="2026-08-25T06:18:00.181" v="29" actId="21"/>
          <ac:spMkLst>
            <pc:docMk/>
            <pc:sldMk cId="0" sldId="260"/>
            <ac:spMk id="2" creationId="{00000000-0000-0000-0000-000000000000}"/>
          </ac:spMkLst>
        </pc:spChg>
        <pc:picChg chg="add">
          <ac:chgData name="Dinesh Reddy" userId="0d6320ef24b23644" providerId="LiveId" clId="{FED71106-4C1D-4CB5-851D-5233B3516427}" dt="2026-08-25T06:15:00.882" v="2" actId="22"/>
          <ac:picMkLst>
            <pc:docMk/>
            <pc:sldMk cId="0" sldId="260"/>
            <ac:picMk id="34" creationId="{8B49D98E-92BF-5470-6DE3-3A017D3A7204}"/>
          </ac:picMkLst>
        </pc:picChg>
        <pc:picChg chg="add">
          <ac:chgData name="Dinesh Reddy" userId="0d6320ef24b23644" providerId="LiveId" clId="{FED71106-4C1D-4CB5-851D-5233B3516427}" dt="2026-08-25T06:15:22.398" v="8" actId="22"/>
          <ac:picMkLst>
            <pc:docMk/>
            <pc:sldMk cId="0" sldId="260"/>
            <ac:picMk id="36" creationId="{4E4450B3-428D-54B7-B362-D77B4BF2322D}"/>
          </ac:picMkLst>
        </pc:picChg>
      </pc:sldChg>
      <pc:sldChg chg="addSp delSp modSp mod">
        <pc:chgData name="Dinesh Reddy" userId="0d6320ef24b23644" providerId="LiveId" clId="{FED71106-4C1D-4CB5-851D-5233B3516427}" dt="2026-08-25T06:17:44.035" v="26" actId="21"/>
        <pc:sldMkLst>
          <pc:docMk/>
          <pc:sldMk cId="0" sldId="264"/>
        </pc:sldMkLst>
        <pc:spChg chg="del mod">
          <ac:chgData name="Dinesh Reddy" userId="0d6320ef24b23644" providerId="LiveId" clId="{FED71106-4C1D-4CB5-851D-5233B3516427}" dt="2026-08-25T06:17:44.035" v="26" actId="21"/>
          <ac:spMkLst>
            <pc:docMk/>
            <pc:sldMk cId="0" sldId="264"/>
            <ac:spMk id="2" creationId="{00000000-0000-0000-0000-000000000000}"/>
          </ac:spMkLst>
        </pc:spChg>
        <pc:picChg chg="add">
          <ac:chgData name="Dinesh Reddy" userId="0d6320ef24b23644" providerId="LiveId" clId="{FED71106-4C1D-4CB5-851D-5233B3516427}" dt="2026-08-25T06:15:04.942" v="4" actId="22"/>
          <ac:picMkLst>
            <pc:docMk/>
            <pc:sldMk cId="0" sldId="264"/>
            <ac:picMk id="24" creationId="{8B40E875-383C-A4F2-82FA-936DE0D7F629}"/>
          </ac:picMkLst>
        </pc:picChg>
        <pc:picChg chg="add">
          <ac:chgData name="Dinesh Reddy" userId="0d6320ef24b23644" providerId="LiveId" clId="{FED71106-4C1D-4CB5-851D-5233B3516427}" dt="2026-08-25T06:15:27.062" v="10" actId="22"/>
          <ac:picMkLst>
            <pc:docMk/>
            <pc:sldMk cId="0" sldId="264"/>
            <ac:picMk id="26" creationId="{A518A38A-7DF9-313F-A7EA-26B460647F7C}"/>
          </ac:picMkLst>
        </pc:picChg>
      </pc:sldChg>
      <pc:sldChg chg="addSp delSp modSp mod">
        <pc:chgData name="Dinesh Reddy" userId="0d6320ef24b23644" providerId="LiveId" clId="{FED71106-4C1D-4CB5-851D-5233B3516427}" dt="2026-08-25T06:17:34.770" v="24" actId="21"/>
        <pc:sldMkLst>
          <pc:docMk/>
          <pc:sldMk cId="0" sldId="265"/>
        </pc:sldMkLst>
        <pc:spChg chg="del mod">
          <ac:chgData name="Dinesh Reddy" userId="0d6320ef24b23644" providerId="LiveId" clId="{FED71106-4C1D-4CB5-851D-5233B3516427}" dt="2026-08-25T06:17:34.770" v="24" actId="21"/>
          <ac:spMkLst>
            <pc:docMk/>
            <pc:sldMk cId="0" sldId="265"/>
            <ac:spMk id="2" creationId="{00000000-0000-0000-0000-000000000000}"/>
          </ac:spMkLst>
        </pc:spChg>
        <pc:spChg chg="mod">
          <ac:chgData name="Dinesh Reddy" userId="0d6320ef24b23644" providerId="LiveId" clId="{FED71106-4C1D-4CB5-851D-5233B3516427}" dt="2026-08-25T06:17:30.831" v="23" actId="1076"/>
          <ac:spMkLst>
            <pc:docMk/>
            <pc:sldMk cId="0" sldId="265"/>
            <ac:spMk id="3" creationId="{00000000-0000-0000-0000-000000000000}"/>
          </ac:spMkLst>
        </pc:spChg>
        <pc:picChg chg="add">
          <ac:chgData name="Dinesh Reddy" userId="0d6320ef24b23644" providerId="LiveId" clId="{FED71106-4C1D-4CB5-851D-5233B3516427}" dt="2026-08-25T06:15:07.107" v="5" actId="22"/>
          <ac:picMkLst>
            <pc:docMk/>
            <pc:sldMk cId="0" sldId="265"/>
            <ac:picMk id="17" creationId="{AF0FAA72-B7B3-EA23-A1ED-D0BEAF08B382}"/>
          </ac:picMkLst>
        </pc:picChg>
        <pc:picChg chg="add">
          <ac:chgData name="Dinesh Reddy" userId="0d6320ef24b23644" providerId="LiveId" clId="{FED71106-4C1D-4CB5-851D-5233B3516427}" dt="2026-08-25T06:15:48.245" v="11" actId="22"/>
          <ac:picMkLst>
            <pc:docMk/>
            <pc:sldMk cId="0" sldId="265"/>
            <ac:picMk id="19" creationId="{378C5FEE-D5FA-2605-78B4-42F337068F29}"/>
          </ac:picMkLst>
        </pc:picChg>
      </pc:sldChg>
      <pc:sldChg chg="addSp delSp modSp mod">
        <pc:chgData name="Dinesh Reddy" userId="0d6320ef24b23644" providerId="LiveId" clId="{FED71106-4C1D-4CB5-851D-5233B3516427}" dt="2026-08-25T06:16:57.291" v="19" actId="1076"/>
        <pc:sldMkLst>
          <pc:docMk/>
          <pc:sldMk cId="0" sldId="266"/>
        </pc:sldMkLst>
        <pc:spChg chg="mod">
          <ac:chgData name="Dinesh Reddy" userId="0d6320ef24b23644" providerId="LiveId" clId="{FED71106-4C1D-4CB5-851D-5233B3516427}" dt="2026-08-25T06:16:57.291" v="19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Dinesh Reddy" userId="0d6320ef24b23644" providerId="LiveId" clId="{FED71106-4C1D-4CB5-851D-5233B3516427}" dt="2026-08-25T06:16:50.396" v="18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Dinesh Reddy" userId="0d6320ef24b23644" providerId="LiveId" clId="{FED71106-4C1D-4CB5-851D-5233B3516427}" dt="2026-08-25T06:16:42.642" v="16" actId="1076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Dinesh Reddy" userId="0d6320ef24b23644" providerId="LiveId" clId="{FED71106-4C1D-4CB5-851D-5233B3516427}" dt="2026-08-25T06:16:33.616" v="15" actId="21"/>
          <ac:spMkLst>
            <pc:docMk/>
            <pc:sldMk cId="0" sldId="266"/>
            <ac:spMk id="5" creationId="{00000000-0000-0000-0000-000000000000}"/>
          </ac:spMkLst>
        </pc:spChg>
        <pc:spChg chg="del">
          <ac:chgData name="Dinesh Reddy" userId="0d6320ef24b23644" providerId="LiveId" clId="{FED71106-4C1D-4CB5-851D-5233B3516427}" dt="2026-08-25T06:16:25.276" v="13" actId="21"/>
          <ac:spMkLst>
            <pc:docMk/>
            <pc:sldMk cId="0" sldId="266"/>
            <ac:spMk id="6" creationId="{00000000-0000-0000-0000-000000000000}"/>
          </ac:spMkLst>
        </pc:spChg>
        <pc:picChg chg="add">
          <ac:chgData name="Dinesh Reddy" userId="0d6320ef24b23644" providerId="LiveId" clId="{FED71106-4C1D-4CB5-851D-5233B3516427}" dt="2026-08-25T06:15:09.179" v="6" actId="22"/>
          <ac:picMkLst>
            <pc:docMk/>
            <pc:sldMk cId="0" sldId="266"/>
            <ac:picMk id="9" creationId="{A8E4A3B8-E171-832A-BB59-95962F1E7DAC}"/>
          </ac:picMkLst>
        </pc:picChg>
        <pc:picChg chg="add">
          <ac:chgData name="Dinesh Reddy" userId="0d6320ef24b23644" providerId="LiveId" clId="{FED71106-4C1D-4CB5-851D-5233B3516427}" dt="2026-08-25T06:15:50.142" v="12" actId="22"/>
          <ac:picMkLst>
            <pc:docMk/>
            <pc:sldMk cId="0" sldId="266"/>
            <ac:picMk id="11" creationId="{BE196C1F-6C13-C0C0-230B-75E7C45AD016}"/>
          </ac:picMkLst>
        </pc:picChg>
      </pc:sldChg>
      <pc:sldChg chg="addSp delSp modSp mod">
        <pc:chgData name="Dinesh Reddy" userId="0d6320ef24b23644" providerId="LiveId" clId="{FED71106-4C1D-4CB5-851D-5233B3516427}" dt="2026-08-25T06:17:51.529" v="28" actId="21"/>
        <pc:sldMkLst>
          <pc:docMk/>
          <pc:sldMk cId="0" sldId="267"/>
        </pc:sldMkLst>
        <pc:spChg chg="del mod">
          <ac:chgData name="Dinesh Reddy" userId="0d6320ef24b23644" providerId="LiveId" clId="{FED71106-4C1D-4CB5-851D-5233B3516427}" dt="2026-08-25T06:17:51.529" v="28" actId="21"/>
          <ac:spMkLst>
            <pc:docMk/>
            <pc:sldMk cId="0" sldId="267"/>
            <ac:spMk id="2" creationId="{00000000-0000-0000-0000-000000000000}"/>
          </ac:spMkLst>
        </pc:spChg>
        <pc:picChg chg="add">
          <ac:chgData name="Dinesh Reddy" userId="0d6320ef24b23644" providerId="LiveId" clId="{FED71106-4C1D-4CB5-851D-5233B3516427}" dt="2026-08-25T06:15:02.875" v="3" actId="22"/>
          <ac:picMkLst>
            <pc:docMk/>
            <pc:sldMk cId="0" sldId="267"/>
            <ac:picMk id="17" creationId="{156C9F45-6A17-34D2-884D-291257CD2E8F}"/>
          </ac:picMkLst>
        </pc:picChg>
        <pc:picChg chg="add">
          <ac:chgData name="Dinesh Reddy" userId="0d6320ef24b23644" providerId="LiveId" clId="{FED71106-4C1D-4CB5-851D-5233B3516427}" dt="2026-08-25T06:15:24.795" v="9" actId="22"/>
          <ac:picMkLst>
            <pc:docMk/>
            <pc:sldMk cId="0" sldId="267"/>
            <ac:picMk id="19" creationId="{2923E218-D481-70DE-B514-36CAE5AC54F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31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5273" y="315468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4630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Color Sensor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981048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optoelectronic sensing with machine learning to classify color intelligently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438248" y="3813422"/>
            <a:ext cx="7315200" cy="0"/>
          </a:xfrm>
          <a:prstGeom prst="line">
            <a:avLst/>
          </a:prstGeom>
          <a:noFill/>
          <a:ln w="12700">
            <a:solidFill>
              <a:srgbClr val="E5E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54505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59" y="512362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Dinesh Reddy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59" y="5508049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192525399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7809" y="4659055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kern="0" spc="150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27809" y="5029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 Prakash</a:t>
            </a:r>
            <a:endParaRPr lang="en-US" sz="1500" dirty="0"/>
          </a:p>
        </p:txBody>
      </p:sp>
      <p:pic>
        <p:nvPicPr>
          <p:cNvPr id="12" name="Image 0" descr="/home/claude/unpacked/ppt/media/image1.png">
            <a:extLst>
              <a:ext uri="{FF2B5EF4-FFF2-40B4-BE49-F238E27FC236}">
                <a16:creationId xmlns:a16="http://schemas.microsoft.com/office/drawing/2014/main" id="{C0AE2DC2-007C-82CA-C93F-CC52E3586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0"/>
            <a:ext cx="10545775" cy="1435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AI-Based Color Sensor?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AI-based color sensor pairs an optoelectronic sensor — which measures the wavelength of light reflected from an object — with a machine learning model that classifies the reading. Instead of relying on fixed thresholds, the model learns decision boundaries from labeled examples, turning a raw RGB or spectral value into a class, label, or grade.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78040" y="1463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7804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380–700 nm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78040" y="2331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light wavelength range detected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78040" y="2843784"/>
            <a:ext cx="4297680" cy="0"/>
          </a:xfrm>
          <a:prstGeom prst="line">
            <a:avLst/>
          </a:prstGeom>
          <a:noFill/>
          <a:ln w="12700">
            <a:solidFill>
              <a:srgbClr val="E5E2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28986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 channels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78040" y="3355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RGB / RGBC sensing channels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3867912"/>
            <a:ext cx="4297680" cy="0"/>
          </a:xfrm>
          <a:prstGeom prst="line">
            <a:avLst/>
          </a:prstGeom>
          <a:noFill/>
          <a:ln w="12700">
            <a:solidFill>
              <a:srgbClr val="E5E2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39227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90–98%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78040" y="43799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classification accuracy once trained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78040" y="4892040"/>
            <a:ext cx="4297680" cy="0"/>
          </a:xfrm>
          <a:prstGeom prst="line">
            <a:avLst/>
          </a:prstGeom>
          <a:noFill/>
          <a:ln w="12700">
            <a:solidFill>
              <a:srgbClr val="E5E2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49469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178040" y="54041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response time of modern sensors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9" name="Image 0" descr="/home/claude/unpacked/ppt/media/image2.png">
            <a:extLst>
              <a:ext uri="{FF2B5EF4-FFF2-40B4-BE49-F238E27FC236}">
                <a16:creationId xmlns:a16="http://schemas.microsoft.com/office/drawing/2014/main" id="{DF997605-B776-C56E-5EC7-17EB34880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621792" cy="694944"/>
          </a:xfrm>
          <a:prstGeom prst="rect">
            <a:avLst/>
          </a:prstGeom>
        </p:spPr>
      </p:pic>
      <p:pic>
        <p:nvPicPr>
          <p:cNvPr id="21" name="Image 1" descr="/home/claude/sse_logo_crop.png">
            <a:extLst>
              <a:ext uri="{FF2B5EF4-FFF2-40B4-BE49-F238E27FC236}">
                <a16:creationId xmlns:a16="http://schemas.microsoft.com/office/drawing/2014/main" id="{22A39745-6C93-7B54-30F4-C5FF7650E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6439" y="274320"/>
            <a:ext cx="58521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raw light to a classified output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B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71800" y="2331720"/>
            <a:ext cx="256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27832" y="23317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B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23317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Filter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559552" y="2331720"/>
            <a:ext cx="256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5584" y="23317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15584" y="23317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47304" y="2331720"/>
            <a:ext cx="256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03336" y="23317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B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23317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/ Signal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95848" y="3246120"/>
            <a:ext cx="0" cy="914400"/>
          </a:xfrm>
          <a:prstGeom prst="line">
            <a:avLst/>
          </a:prstGeom>
          <a:noFill/>
          <a:ln w="19050">
            <a:solidFill>
              <a:srgbClr val="D98E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12968" y="38679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4448" y="35387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RGB / spectral reading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SOFTWARE LAYER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1C1B1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54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/ spectral values arranged as model input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46634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1960" y="46634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1C1B1A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4754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ML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5166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decision boundaries classify the reading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43800" y="46634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63840" y="46634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1C1B1A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4754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0" y="5166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class, quality grade, or automated 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34" name="Image 0" descr="/home/claude/unpacked/ppt/media/image2.png">
            <a:extLst>
              <a:ext uri="{FF2B5EF4-FFF2-40B4-BE49-F238E27FC236}">
                <a16:creationId xmlns:a16="http://schemas.microsoft.com/office/drawing/2014/main" id="{8B49D98E-92BF-5470-6DE3-3A017D3A7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621792" cy="694944"/>
          </a:xfrm>
          <a:prstGeom prst="rect">
            <a:avLst/>
          </a:prstGeom>
        </p:spPr>
      </p:pic>
      <p:pic>
        <p:nvPicPr>
          <p:cNvPr id="36" name="Image 1" descr="/home/claude/sse_logo_crop.png">
            <a:extLst>
              <a:ext uri="{FF2B5EF4-FFF2-40B4-BE49-F238E27FC236}">
                <a16:creationId xmlns:a16="http://schemas.microsoft.com/office/drawing/2014/main" id="{4E4450B3-428D-54B7-B362-D77B4BF23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6439" y="274320"/>
            <a:ext cx="58521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Color Classifier</a:t>
            </a:r>
            <a:endParaRPr lang="en-US" sz="3200" dirty="0"/>
          </a:p>
        </p:txBody>
      </p:sp>
      <p:sp>
        <p:nvSpPr>
          <p:cNvPr id="100" name="Text Subtitle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labeled reflectance data to a deployed classification model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Labeling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RGB readings are captured per color class under varied lighting, then labeled to build a training dataset.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846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200+ samples/class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965960"/>
            <a:ext cx="0" cy="3566160"/>
          </a:xfrm>
          <a:prstGeom prst="line">
            <a:avLst/>
          </a:prstGeom>
          <a:noFill/>
          <a:ln w="12700">
            <a:solidFill>
              <a:srgbClr val="E5E2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Model Choice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92608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normalized into RGB ratios or HSV features, then fed to a classifier such as k-NN, SVM, or a shallow neural network.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4846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k-NN, SVM, ANN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965960"/>
            <a:ext cx="0" cy="3566160"/>
          </a:xfrm>
          <a:prstGeom prst="line">
            <a:avLst/>
          </a:prstGeom>
          <a:noFill/>
          <a:ln w="12700">
            <a:solidFill>
              <a:srgbClr val="E5E2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292608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split into training and test sets; accuracy, precision, and a confusion matrix show how well the model generalizes.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95%+ test accuracy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17" name="Image 0" descr="/home/claude/unpacked/ppt/media/image2.png">
            <a:extLst>
              <a:ext uri="{FF2B5EF4-FFF2-40B4-BE49-F238E27FC236}">
                <a16:creationId xmlns:a16="http://schemas.microsoft.com/office/drawing/2014/main" id="{156C9F45-6A17-34D2-884D-291257CD2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792" cy="694944"/>
          </a:xfrm>
          <a:prstGeom prst="rect">
            <a:avLst/>
          </a:prstGeom>
        </p:spPr>
      </p:pic>
      <p:pic>
        <p:nvPicPr>
          <p:cNvPr id="19" name="Image 1" descr="/home/claude/sse_logo_crop.png">
            <a:extLst>
              <a:ext uri="{FF2B5EF4-FFF2-40B4-BE49-F238E27FC236}">
                <a16:creationId xmlns:a16="http://schemas.microsoft.com/office/drawing/2014/main" id="{2923E218-D481-70DE-B514-36CAE5AC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39" y="274320"/>
            <a:ext cx="58521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pic>
        <p:nvPicPr>
          <p:cNvPr id="4" name="Image 0" descr="icon-apertur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688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43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AI-driven color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shows up in the real world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34340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Sorting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43400" y="2286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classifier sorts fruit, plastics, and parts by color on production lines.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3108960"/>
            <a:ext cx="3566160" cy="0"/>
          </a:xfrm>
          <a:prstGeom prst="line">
            <a:avLst/>
          </a:prstGeom>
          <a:noFill/>
          <a:ln w="9525">
            <a:solidFill>
              <a:srgbClr val="E5E2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32186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Line Following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343400" y="35844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Color-based features help a robot's model follow lines and markers autonomously.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4407408"/>
            <a:ext cx="3566160" cy="0"/>
          </a:xfrm>
          <a:prstGeom prst="line">
            <a:avLst/>
          </a:prstGeom>
          <a:noFill/>
          <a:ln w="9525">
            <a:solidFill>
              <a:srgbClr val="E5E2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45171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&amp; Packaging QC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343400" y="488289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Anomaly-detection models flag color deviations and registration errors automatically.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7532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&amp; Skin Tone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75320" y="2286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match foundation shades and analyze skin tone from sensor readings.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75320" y="3108960"/>
            <a:ext cx="3566160" cy="0"/>
          </a:xfrm>
          <a:prstGeom prst="line">
            <a:avLst/>
          </a:prstGeom>
          <a:noFill/>
          <a:ln w="9525">
            <a:solidFill>
              <a:srgbClr val="E5E2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75320" y="32186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75320" y="35844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assesses fruit ripeness and crop quality from color and spectral data.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75320" y="4407408"/>
            <a:ext cx="3566160" cy="0"/>
          </a:xfrm>
          <a:prstGeom prst="line">
            <a:avLst/>
          </a:prstGeom>
          <a:noFill/>
          <a:ln w="9525">
            <a:solidFill>
              <a:srgbClr val="E5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75320" y="45171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Calibration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275320" y="488289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model closes the loop to keep screen color output calibrated.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4" name="Image 0" descr="/home/claude/unpacked/ppt/media/image2.png">
            <a:extLst>
              <a:ext uri="{FF2B5EF4-FFF2-40B4-BE49-F238E27FC236}">
                <a16:creationId xmlns:a16="http://schemas.microsoft.com/office/drawing/2014/main" id="{8B40E875-383C-A4F2-82FA-936DE0D7F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6032"/>
            <a:ext cx="621792" cy="694944"/>
          </a:xfrm>
          <a:prstGeom prst="rect">
            <a:avLst/>
          </a:prstGeom>
        </p:spPr>
      </p:pic>
      <p:pic>
        <p:nvPicPr>
          <p:cNvPr id="26" name="Image 1" descr="/home/claude/sse_logo_crop.png">
            <a:extLst>
              <a:ext uri="{FF2B5EF4-FFF2-40B4-BE49-F238E27FC236}">
                <a16:creationId xmlns:a16="http://schemas.microsoft.com/office/drawing/2014/main" id="{A518A38A-7DF9-313F-A7EA-26B460647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39" y="274320"/>
            <a:ext cx="58521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48" y="1874520"/>
            <a:ext cx="0" cy="4160520"/>
          </a:xfrm>
          <a:prstGeom prst="line">
            <a:avLst/>
          </a:prstGeom>
          <a:noFill/>
          <a:ln w="12700">
            <a:solidFill>
              <a:srgbClr val="E5E2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09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5090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low-cost, and easy to integrate with microcontrollers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19272"/>
            <a:ext cx="5090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real-time inference in sorting and robotics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5090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moving parts, making it durable and low-maintenance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111496"/>
            <a:ext cx="5090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subtle color boundaries that are hard to code manually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61608" y="1874520"/>
            <a:ext cx="509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1608" y="2423160"/>
            <a:ext cx="5090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ambient lighting and shadows unless shielded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1608" y="3319272"/>
            <a:ext cx="5090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depends on the quality and coverage of training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4215384"/>
            <a:ext cx="5090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calibration and labeled examples before deployment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1608" y="5111496"/>
            <a:ext cx="5090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sensing distance compared to camera-based systems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17" name="Image 0" descr="/home/claude/unpacked/ppt/media/image2.png">
            <a:extLst>
              <a:ext uri="{FF2B5EF4-FFF2-40B4-BE49-F238E27FC236}">
                <a16:creationId xmlns:a16="http://schemas.microsoft.com/office/drawing/2014/main" id="{AF0FAA72-B7B3-EA23-A1ED-D0BEAF08B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621792" cy="694944"/>
          </a:xfrm>
          <a:prstGeom prst="rect">
            <a:avLst/>
          </a:prstGeom>
        </p:spPr>
      </p:pic>
      <p:pic>
        <p:nvPicPr>
          <p:cNvPr id="19" name="Image 1" descr="/home/claude/sse_logo_crop.png">
            <a:extLst>
              <a:ext uri="{FF2B5EF4-FFF2-40B4-BE49-F238E27FC236}">
                <a16:creationId xmlns:a16="http://schemas.microsoft.com/office/drawing/2014/main" id="{378C5FEE-D5FA-2605-78B4-42F337068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6439" y="274320"/>
            <a:ext cx="58521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" y="2670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0936" y="28072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850744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sensors turn something as ordinary as reflected light into precise, actionable data — filtering it into RGB or spectral bands and converting it to a digital signal a trained model can classify and act on. Paired with AI, that simple principle now underpins intelligent sorting lines, robots, print inspection, cosmetics matching, agriculture, and display calibration.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500" dirty="0"/>
          </a:p>
        </p:txBody>
      </p:sp>
      <p:pic>
        <p:nvPicPr>
          <p:cNvPr id="9" name="Image 0" descr="/home/claude/unpacked/ppt/media/image2.png">
            <a:extLst>
              <a:ext uri="{FF2B5EF4-FFF2-40B4-BE49-F238E27FC236}">
                <a16:creationId xmlns:a16="http://schemas.microsoft.com/office/drawing/2014/main" id="{A8E4A3B8-E171-832A-BB59-95962F1E7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621792" cy="694944"/>
          </a:xfrm>
          <a:prstGeom prst="rect">
            <a:avLst/>
          </a:prstGeom>
        </p:spPr>
      </p:pic>
      <p:pic>
        <p:nvPicPr>
          <p:cNvPr id="11" name="Image 1" descr="/home/claude/sse_logo_crop.png">
            <a:extLst>
              <a:ext uri="{FF2B5EF4-FFF2-40B4-BE49-F238E27FC236}">
                <a16:creationId xmlns:a16="http://schemas.microsoft.com/office/drawing/2014/main" id="{BE196C1F-6C13-C0C0-230B-75E7C45AD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6439" y="274320"/>
            <a:ext cx="585216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592</Words>
  <Application>Microsoft Office PowerPoint</Application>
  <PresentationFormat>Widescreen</PresentationFormat>
  <Paragraphs>102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Dinesh Reddy</cp:lastModifiedBy>
  <cp:revision>2</cp:revision>
  <dcterms:created xsi:type="dcterms:W3CDTF">2026-08-25T02:39:38Z</dcterms:created>
  <dcterms:modified xsi:type="dcterms:W3CDTF">2026-08-25T06:19:31Z</dcterms:modified>
</cp:coreProperties>
</file>